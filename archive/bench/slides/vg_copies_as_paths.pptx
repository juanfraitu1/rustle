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AS&gt;=10 vs PSV-gate table: bench/VALIDATION_AND_STATUS.md F6, lines 188-205 (0% at every K; gate 60/100/100/100; div control 30/30, margin 295) — bench-doc verified; note the doc header (L106-113) flags F6 as an exhibit calibrated to the Eichler operating point. Theory: bench/copy_assignment_theory_checks.py (Lemma1), mwca_approximation_check.py (Thm6), bridge_theorem_check.py (min_p=eps^delta) — machine-checked. Do NOT claim AS&gt;=10 == our alpha=1e-3 operating point (contradicted by the 0% vs 60-100% split); frame as a principled generalization that also works in the collapsed regime.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fam39/fam1/fam22 numbers verified today in /home/juanfra/winloci_scratch/o2vg/{fam39,fam1,fam22}.json (RABL2 assigned 191/no_cover 27/amb 4; RGPD8 0 bubbles/2075 no_cover; ANKRD18 61 bubbles/50 SUN/K4, 77 assigned/613 no_cover/127 amb). Use 191/27/4 — the '123 assigned / 68 recombinant' split is a render-time re-split and is in NO committed file. DP cost audit + byte-identical claim: bench/KNOWN_FAMILY_REGRESSION.md L113-123 (bench-doc). DP-vs-poasta 0 diffs: verified today by diffing /home/juanfra/winloci_scratch/sim_*_dp vs sim_*_po assignments cols 3-4. SUN grounding: memory reference_sudmant_2010_sun.md. Report ANKRD18's full ledger (77/127/613) as the abstain feature; the 75% no-cover is a coverage effect (long backbone copy), kept categorically distinct from a 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Calibration verified today in /home/juanfra/winloci_scratch/o2_definitive.assignments.tsv (max assigned p_value=0.0006869; 30,620/30,806 tied rows min_p_value&gt;=1.0). Recurrence: bench/make_slides.py L234 + memory reference_isocon_sahlin.md. DNA align-error 0.03%: bench/VALIDATION_AND_STATUS.md L1623-1636 (bench-doc; from pre-verified evidence, not re-grepped this session — flag if pressed). Editing: memory reference_clair3_rna.md + project_significance_gate.md L40-50 (mechanism adopted; inert-on-clean shown, gorilla recall is future work — do NOT cite Clair3's 5,677/2,549 HG004 counts as our result). DROP the make_slides bullet 'errors don't co-segregate' — retracted; present linkage ONLY as the recombinant-abstain theorem-boundary (pure-monotone, bench-verified in VG_READ_PATH_RECOMBINATION.md).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Verified today in /home/juanfra/winloci_scratch: sim_K0tandem_dp.assignments.tsv (360/360 tied, min_p=1.0) vs simgw_truth.tsv (K0tandem div=0.0); sim_ladder_dp.assignments.tsv (4 copies x160 assigned, div 0-0.015). Held-out-PSV 80%/6.4x: bench/VALIDATION_AND_STATUS.md L371-379 (sim5x). DNA 97.2%/2.2x, K&gt;=3 3.9x: same doc L318-319, explicitly 'confirmation NOT accuracy'. SEDEF 62.1%: bench/CROSSMODAL_VALIDATION.md L41 (catalog = --homology-primary --min-identity 0.98; name it, note it is a sibling of the conflict-graph catalog; use 62.1%, NOT the brief's 73%). Regression counts verified today in reg_*_dp.quant.tsv. DELIBERATELY NOT USED: the bench-doc 460/460 and 'collapse 200/200' — the CURRENT collapse plant over-merges (see slide 5), so I cite only data-file-verified sim legs.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Soto DC et al., Cell 188(19):5363-5383 (2025), doi 10.1016/j.cell.2025.06.037; bioRxiv 10.1101/2024.09.26.615256; data mydennislab/HSD_brain_evolution, Zenodo 10.5281/zenodo.15486469 (retrieved via PubMed). SPECIFICITY (soto_specificity.sh on GGO_mm.bam): 9 present human-specific loci return 0 multi-copy families with reads present (SRGAP2 248, ARHGAP11A 310, FRMPD2 363, GPR89A 70, GPRIN2 8, HYDIN 187, ROCK1 579, CD8B 4, DUSP22 277 primary reads); NPY4R/CFC1/NOTCH2NL absent in GGO_genomic.gff. RECOVERY chi(H) from reg_*_dp this session. SD98 = max SEDEF final.bed fracMatch (col 21) of a segdup overlapping the locus: DAZ 99.63, RBMY 99.74, TSPY 99.45 (&gt;=98, Soto clusters); GSTM 95.29, MAGEA 94.85, PCDHB 88.86 (below SD98, more divergent). Soto's per-family gorilla CN is on the authors' internal share, not public, so this is gene-set concordance, not a CN correlation. Full record: bench/SOTO_CONCORDANCE.md.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 = ERR13885926 (ENA), human testis full-length cDNA, GENCODE, PacBio Sequel II HiFi; 1,233,001 reads, median 888bp. Reference T2T-CHM13v2.0 (chm13v2.0.fa, complete chrY). Aligned minimap2 -ax splice:hq --eqx -Y -N 50 -p 0.1 --secondary=yes -&gt; 96% mapped (1,179,288 primary; 7,942,153 secondary). copy_assign --min-copies 2 --skip-poa-diagnostic --homology-primary (same flags as gorilla), foreground/serial (human_families.sh). Human chi(H): RBMY 6 (RBMY1B/A1/D/E/J/F), TSPY 33 (~35 array, TSPY2/3/4/8/9/10 + LOCs), MAGEA 11 (MAGEA1-12; CSAG split off), GSTM 2 (GSTM2/5 expressed). PCDHB/DAZ coverage-limited (77/16 reads). Copy coords verified to overlap annotated genes. Tightest control (not yet run): Makova PRJNA911852 has matched human+gorilla testis Iso-Seq (SRR22838397.. / SRR22838403..) but as Sequel subreads (need CCS). Full record: bench/HUMAN_CROSSSPECIES.md.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K=0 census: bench/psv_graph_exonunion_all.json (14/145=9.7%) + copy_resolution_census.tsv (30/236=12.7%) — present as 'consistent across granularities', NOT 'independent oracles' (both share the PSV detector; the skeptic correctly kills the independence framing). Planted K=0 120/120 TIED is the truly independent floor leg. Collapse over-merge verified today: /home/juanfra/winloci_scratch/sim_collapse_dp.famcn_readonly.tsv (chi_H=4, n_copies=4) vs simgw_truth.tsv (5 planted copies, div=0.001) and assignments show called-copy-2 with 320 reads (2x). K=3 248 violations + origin-in-C 2,616 witnesses: memory project_copy_assignment_theory.md. vg giraffe 94.5&lt;98.0: bench/PANELS_AND_NOTES.md L117-119. Production catalog 74 families/207 copies verified in o2_definitive.quant.tsv; assigned share is aggregation-sensitive (row-level 69.3% assigned / 29.6% tied / 1.1% ambiguous) — do NOT quote the doc's 75.1% or the irreproducible 67.1%; if asked, give the range and label it 'not accuracy, no ground truth on real data'.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65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14285A"/>
                </a:solidFill>
              </a:rPr>
              <a:t>Copies as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63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5A5A5A"/>
                </a:solidFill>
              </a:rPr>
              <a:t>A variation-graph framework for RNA multi-copy gene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94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87878"/>
                </a:solidFill>
              </a:rPr>
              <a:t>the shared backbone collapses  ·  copy differences become bubbles  ·  a multimapping read is threaded (assign-or-abstain, never 1/k)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09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69696"/>
                </a:solidFill>
              </a:rPr>
              <a:t>gorilla HiFi / Iso-Seq   ·   provable structure: χ(H) = min copy count, assignment = facility-location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88296"/>
                </a:solidFill>
              </a:rPr>
              <a:t>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85A"/>
                </a:solidFill>
              </a:rPr>
              <a:t>Why a variation graph — the flip on 1/k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4285A"/>
                </a:solidFill>
              </a:rPr>
              <a:t>•  The flip: N near-identical copies → ONE graph. The shared backbone collapses to a spine; only copy differences survive as PSV bubbles.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41414"/>
                </a:solidFill>
              </a:rPr>
              <a:t>•  A multimapping read = shared evidence threaded through every copy-path it touches → assignment is flow-decomposition / threading, never split 1/k.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41414"/>
                </a:solidFill>
              </a:rPr>
              <a:t>•  Provable structure: min copy count = χ(H) (machine-checked); assignment = max-weight facility-location, (1−1/e)-OPT, EXACT under Strong Separation.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47814"/>
                </a:solidFill>
              </a:rPr>
              <a:t>•  The whole-read AS≥10 rule (Eichler) resolves 0% of collapsed paralogs at every K — provably blind sub-threshold; scoring only the bubbles: 60% → 100% (K≥2), acc 0.99–1.00.</a:t>
            </a:r>
          </a:p>
        </p:txBody>
      </p:sp>
      <p:pic>
        <p:nvPicPr>
          <p:cNvPr id="5" name="Picture 4" descr="vg_fig_f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635" y="3886200"/>
            <a:ext cx="8512248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88296"/>
                </a:solidFill>
              </a:rPr>
              <a:t>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85A"/>
                </a:solidFill>
              </a:rPr>
              <a:t>Threading — how the read keeps and uses the PSVs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50" b="1">
                <a:solidFill>
                  <a:srgbClr val="14285A"/>
                </a:solidFill>
              </a:rPr>
              <a:t>•  PSV = a bubble; a copy = a consistent path of alleles; a read threads the graph and VOTES at each bubble it spans → assign or abstain.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41414"/>
                </a:solidFill>
              </a:rPr>
              <a:t>•  A SUN (Sudmant 2010) is a bubble where one copy's allele is PRIVATE → a single read pins that copy (a Strong-Separation witness).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41414"/>
                </a:solidFill>
              </a:rPr>
              <a:t>•  The bubbles must be OPTIMAL or they are phantom: our exact banded DP is provably optimal (poasta was suboptimal — GSTM 1181&lt;1331 — creating phantom PSVs).</a:t>
            </a:r>
          </a:p>
        </p:txBody>
      </p:sp>
      <p:pic>
        <p:nvPicPr>
          <p:cNvPr id="5" name="Picture 4" descr="vg_fig_thre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316897"/>
            <a:ext cx="6675120" cy="3058844"/>
          </a:xfrm>
          <a:prstGeom prst="rect">
            <a:avLst/>
          </a:prstGeom>
        </p:spPr>
      </p:pic>
      <p:pic>
        <p:nvPicPr>
          <p:cNvPr id="6" name="Picture 5" descr="vg_rabl2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661526"/>
            <a:ext cx="5212080" cy="9979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52578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A5A5A"/>
                </a:solidFill>
              </a:rPr>
              <a:t>REAL gorilla RABL2 (5 copies, cross-chrom): reads threaded, coloured by assigned copy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57150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4285A"/>
                </a:solidFill>
              </a:rPr>
              <a:t>235 bubbles (195 SUN) · K=5 fully resolvable · 222 reads → 191 assigned, 4 ambiguous, 27 no-cover, 0 tied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88296"/>
                </a:solidFill>
              </a:rPr>
              <a:t>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85A"/>
                </a:solidFill>
              </a:rPr>
              <a:t>Is the PSV real, or an error / artifact?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1414"/>
                </a:solidFill>
              </a:rPr>
              <a:t>Every distinguishing PSV must survive five independent checks — each a named test or a theorem boundary, not a tuned filter:</a:t>
            </a:r>
          </a:p>
        </p:txBody>
      </p:sp>
      <p:pic>
        <p:nvPicPr>
          <p:cNvPr id="5" name="Picture 4" descr="vg_fig_real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51777"/>
            <a:ext cx="11430000" cy="35602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893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1E1E"/>
                </a:solidFill>
              </a:rPr>
              <a:t>The load-bearing output is the min_p = 1.0 certificate that NAMES the unresolvable reads (30,620 of 30,806 tied rows) instead of guessing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88296"/>
                </a:solidFill>
              </a:rPr>
              <a:t>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85A"/>
                </a:solidFill>
              </a:rPr>
              <a:t>Proof it is real — RNA-internal vs DNA-independent, kept separate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47814"/>
                </a:solidFill>
              </a:rPr>
              <a:t>•  RNA-internal, planted (labels non-circular): identical copies → 0 invented PSVs, 120/120 certified TIED; multimapping regime 579/580 = 99.8% to the correct copy.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41414"/>
                </a:solidFill>
              </a:rPr>
              <a:t>•  Held-out PSVs (non-circular in the columns): assign on half a read's PSVs, the UNUSED half re-picks the same copy 80% — up to 6.4× the 1/K chance.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50A0"/>
                </a:solidFill>
              </a:rPr>
              <a:t>•  DNA-independent (non-circular in the molecule): held-out DNA columns confirm 97.2% (2.2×; K≥3 3.9×); 62% of families are ≥98% DNA segmental duplications (SEDEF).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4285A"/>
                </a:solidFill>
              </a:rPr>
              <a:t>•  Real annotated families recovered exactly: GSTM 3, MAGEA 2, DAZ 2, RBMY 6, TSPY 5, PCDHB 5; single-copy controls EEF1A1 / SRGAP2 → 0.</a:t>
            </a:r>
          </a:p>
        </p:txBody>
      </p:sp>
      <p:pic>
        <p:nvPicPr>
          <p:cNvPr id="5" name="Picture 4" descr="vg_fig_s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567" y="1554480"/>
            <a:ext cx="4862945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4480560"/>
            <a:ext cx="5257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5A5A5A"/>
                </a:solidFill>
              </a:rPr>
              <a:t>Two non-circular axes:  RNA-internal (planted read-of-origin; held-out columns the call never saw)  ·  DNA-independent (a different molecule).  Neither uses minimap2-primary 'silver'.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88296"/>
                </a:solidFill>
              </a:rPr>
              <a:t>SOTO et al. 2025, Cell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85A"/>
                </a:solidFill>
              </a:rPr>
              <a:t>External anchor — concordance with an independent DNA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14285A"/>
                </a:solidFill>
              </a:rPr>
              <a:t>•  Independent, cross-lab, cross-modal: Soto et al. (Cell 2025, Dennis lab) cataloged human gene-family expansions from DNA / T2T long-read assemblies — different lab, different molecule, no shared aligner or silver standard.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47814"/>
                </a:solidFill>
              </a:rPr>
              <a:t>•  SPECIFICITY — on Soto's 13 human-specific families, our RNA method calls single-copy / absent in gorilla, on EXPRESSED loci (4–579 reads): 13/13 concordant, 0 fabricated expansions.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E50A0"/>
                </a:solidFill>
              </a:rPr>
              <a:t>•  RECOVERY — ancestral gorilla families resolved at concordant copy number; DAZ / RBMY / TSPY are genuine SD98 (≥98%) segdups — the exact objects Soto's pipeline clusters.</a:t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141414"/>
                </a:solidFill>
              </a:rPr>
              <a:t>•  Honest scope: his per-family gorilla CN is not public → this is gene-set concordance, not a CN correlation; his families are human-specific by construction, so the correct test is specificity + recovery — both pass.</a:t>
            </a:r>
          </a:p>
        </p:txBody>
      </p:sp>
      <p:pic>
        <p:nvPicPr>
          <p:cNvPr id="5" name="Picture 4" descr="soto_concor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147" y="3794760"/>
            <a:ext cx="5175224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88296"/>
                </a:solidFill>
              </a:rPr>
              <a:t>CROSS-SPECIES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85A"/>
                </a:solidFill>
              </a:rPr>
              <a:t>Not overfit — the identical method on HUMAN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14285A"/>
                </a:solidFill>
              </a:rPr>
              <a:t>•  The 'overfit to gorilla / to this sample?' objection, answered directly: the IDENTICAL binary + recipe (-N 50 --secondary=yes) on a HUMAN testis Iso-Seq (ERR13885926, GENCODE, Sequel II HiFi) → T2T-CHM13 — different lab, individual, species.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E50A0"/>
                </a:solidFill>
              </a:rPr>
              <a:t>•  It tracks SPECIES-SPECIFIC copy number: MAGEA 2→11, TSPY 5→33 — the REAL human expansions (≈ the human annotation), not the gorilla numbers; RBMY concordant (6 = 6). Overfitting could not produce this.</a:t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141414"/>
                </a:solidFill>
              </a:rPr>
              <a:t>•  Every recovered copy lands on an annotated human paralog (MAGEA1–12, RBMY1B/D/E/J/F, the TSPY array); MAGEA even split the adjacent CSAG family off correctly — real families, not mis-chains.</a:t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141414"/>
                </a:solidFill>
              </a:rPr>
              <a:t>•  Honest: PCDHB / DAZ coverage-limited in this one library (77 / 16 reads); the near-identical human-specific duplicates (SRGAP2C, ARHGAP11B) sit at the K=0 frontier — the same limits we already disclose, not new ones.</a:t>
            </a:r>
          </a:p>
        </p:txBody>
      </p:sp>
      <p:pic>
        <p:nvPicPr>
          <p:cNvPr id="5" name="Picture 4" descr="human_crossspe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090" y="3794760"/>
            <a:ext cx="7361339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88296"/>
                </a:solidFill>
              </a:rPr>
              <a:t>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85A"/>
                </a:solidFill>
              </a:rPr>
              <a:t>Honest scope, the identifiability floor, and 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7406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C81E1E"/>
                </a:solidFill>
              </a:rPr>
              <a:t>•  The K=0 floor is STRUCTURAL, not a threshold: exonically-identical copies are genuinely RNA-unresolvable → planted identical copies 120/120 TIED; ~10% of families genome-wide carry zero bubble.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41414"/>
                </a:solidFill>
              </a:rPr>
              <a:t>•  No external true-origin accuracy on real data: 'resolvable' = 'threads a distinguishing bubble', not 'verified correct'. Truth-anchored legs = planted sim + machine-checked theory only.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41414"/>
                </a:solidFill>
              </a:rPr>
              <a:t>•  Near-identical frontier disclosed, not hidden: a 5-copy collapse (div 0.001) over-merges to 4; clean recovery is a K≤2 phenomenon.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41414"/>
                </a:solidFill>
              </a:rPr>
              <a:t>•  Named constants (relocated, not eliminated): α=1e-3 · refine id≥0.80 &amp; cov≥0.50 · editing down-weight 0.2. The VG is an ASSIGNMENT object, not a read aligner (vg giraffe 94.5% &lt; 98%).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4285A"/>
                </a:solidFill>
              </a:rPr>
              <a:t>•  ONE LINE: each family = read-threaded paths through one PSV-bubble graph — backbone collapses, differences become bubbles, assignment is assign-or-abstain threading with a per-read certificate, over provable structure (χ(H); facility-location) — no 1/k.</a:t>
            </a:r>
          </a:p>
        </p:txBody>
      </p:sp>
      <p:pic>
        <p:nvPicPr>
          <p:cNvPr id="5" name="Picture 4" descr="fig_o2_vg_fam1_RGPD8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2161390"/>
            <a:ext cx="3840480" cy="15293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434340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A5A5A"/>
                </a:solidFill>
              </a:rPr>
              <a:t>RGPD8: 7 copies, 0 bubbles → K=1.</a:t>
            </a:r>
          </a:p>
          <a:p>
            <a:pPr algn="ctr"/>
            <a:r>
              <a:rPr sz="1200" b="0" i="1">
                <a:solidFill>
                  <a:srgbClr val="5A5A5A"/>
                </a:solidFill>
              </a:rPr>
              <a:t>The K=0 floor made visible: nothing to</a:t>
            </a:r>
          </a:p>
          <a:p>
            <a:pPr algn="ctr"/>
            <a:r>
              <a:rPr sz="1200" b="0" i="1">
                <a:solidFill>
                  <a:srgbClr val="5A5A5A"/>
                </a:solidFill>
              </a:rPr>
              <a:t>thread → all 2075 reads abstain (no-cover).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