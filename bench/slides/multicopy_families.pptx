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4285A"/>
                </a:solidFill>
              </a:rPr>
              <a:t>Multi-copy gene families at the RNA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5A5A5A"/>
                </a:solidFill>
              </a:rPr>
              <a:t>What the definition is  ·  and how we corroborate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787878"/>
                </a:solidFill>
              </a:rPr>
              <a:t>gorilla HiFi / Iso-Seq  ·  annotation-free  ·  threshold-free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The problem: near-identical copies confuse the aligner</a:t>
            </a:r>
          </a:p>
        </p:txBody>
      </p:sp>
      <p:pic>
        <p:nvPicPr>
          <p:cNvPr id="3" name="Picture 2" descr="fig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613" y="1325880"/>
            <a:ext cx="9934467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</a:rPr>
              <a:t>When copies are ~identical, a read fits several equally → minimap2 leaves it at MAPQ 0. The copies are 'collapsed'.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The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285A"/>
                </a:solidFill>
              </a:rPr>
              <a:t>•  A multi-copy gene family = a set of loci the READS cannot tell apart.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Build a graph: nodes = loci; an edge = some read fits BOTH loci about equally (a 'tie').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41414"/>
                </a:solidFill>
              </a:rPr>
              <a:t>•  A family = a connected component of that read-conflict graph.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A locus with no tie stands alone — it needs no resolution, so it is not a 'family'.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C81E1E"/>
                </a:solidFill>
              </a:rPr>
              <a:t>•  No similarity cutoff — the boundary is decided by the data, not a threshold.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The read-conflict graph</a:t>
            </a:r>
          </a:p>
        </p:txBody>
      </p:sp>
      <p:pic>
        <p:nvPicPr>
          <p:cNvPr id="3" name="Picture 2" descr="fig_conflict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325880"/>
            <a:ext cx="10515600" cy="46524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</a:rPr>
              <a:t>Tied loci form families; single-copy genes and domain-sharers (one shared exon, no tie) are correctly left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Threshold-free: the de-tie criterion</a:t>
            </a:r>
          </a:p>
        </p:txBody>
      </p:sp>
      <p:pic>
        <p:nvPicPr>
          <p:cNvPr id="3" name="Picture 2" descr="fig_det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325880"/>
            <a:ext cx="10515599" cy="462884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</a:rPr>
              <a:t>Two placements tie iff their divergences are within δ AND both fit (≤ de_max). The tie IS the data, not a tuned cutoff.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What we read from the BAM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Placements — primary + secondary alignments (the multimappings) → the candidate loci &amp; the edges.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de tag / NM (edit distance) → the divergence that decides the tie.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CIGAR (introns) → splice structure: assembles the copies + the read's junction fingerprint.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MAPQ — both-zero corroborates a genuine multimapper.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6E6E6E"/>
                </a:solidFill>
              </a:rPr>
              <a:t>•  (Read bases at PSV positions are used LATER — to assign a read to a specific copy, not to define the family.)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How we corroborate it — four independent axes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7814"/>
                </a:solidFill>
              </a:rPr>
              <a:t>•  Simulated PLANTED genome — non-circular ground truth (we know every answer).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E50A0"/>
                </a:solidFill>
              </a:rPr>
              <a:t>•  DNA-supervised decode — real gorilla data, copies/columns from DNA, held-out CV.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C86E00"/>
                </a:solidFill>
              </a:rPr>
              <a:t>•  Cross-level — does an RNA family correspond to a DNA segduplication / protein orthogroup?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961E82"/>
                </a:solidFill>
              </a:rPr>
              <a:t>•  Error controls — is a 'copy difference' real, or sequencing / alignment error?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Corroboration 1 — simulated ground truth</a:t>
            </a:r>
          </a:p>
        </p:txBody>
      </p:sp>
      <p:pic>
        <p:nvPicPr>
          <p:cNvPr id="3" name="Picture 2" descr="fig_s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016" y="1325880"/>
            <a:ext cx="541661" cy="4754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</a:rPr>
              <a:t>Plant the genome, label every read, run the unmodified pipeline. 100% accuracy where resolvable; the identical floor certified Tied; zero false merges.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Corroboration 2 — DNA-supervised (non-circular, real data)</a:t>
            </a:r>
          </a:p>
        </p:txBody>
      </p:sp>
      <p:pic>
        <p:nvPicPr>
          <p:cNvPr id="3" name="Picture 2" descr="fig_d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383" y="1325880"/>
            <a:ext cx="8468928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</a:rPr>
              <a:t>Copies &amp; distinguishing columns come from DNA, never from the RNA itself; held-out DNA columns confirm 97.2% of calls.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Corroboration 3 — the RNA families are real duplications</a:t>
            </a:r>
          </a:p>
        </p:txBody>
      </p:sp>
      <p:pic>
        <p:nvPicPr>
          <p:cNvPr id="3" name="Picture 2" descr="fig_lev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881" y="1325880"/>
            <a:ext cx="8411931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5A5A5A"/>
                </a:solidFill>
              </a:rPr>
              <a:t>73% are independently confirmed DNA segduplications (SEDEF); 85% confirmed at some level. The RNA boundary is not an artifact.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Corroboration 4 — 'how do you know it isn't an error?'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Recurrence — errors are random &amp; independent; a variant seen in k reads has error-probability ε^k → ~0.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Calibration — every call carries a p-value; the gate ABSTAINS rather than guess (no 1/k).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Linkage — real copy-variants co-segregate into haplotypes; errors don't.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961E82"/>
                </a:solidFill>
              </a:rPr>
              <a:t>•  Alignment error — MEASURED vs DNA truth: genuine artifacts are ~1% of columns and change 0.03% of calls.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4285A"/>
                </a:solidFill>
              </a:rPr>
              <a:t>•  So we MODEL error (calibrated, abstain) — we never correct or trust a single 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4285A"/>
                </a:solidFill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14285A"/>
                </a:solidFill>
              </a:rPr>
              <a:t>•  Definition: a family = a connected component of the read-conflict graph — threshold-free, annotation-free.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41414"/>
                </a:solidFill>
              </a:rPr>
              <a:t>•  It picks out exactly the loci where copy assignment is needed; excludes single-copy &amp; domain-sharers by construction.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147814"/>
                </a:solidFill>
              </a:rPr>
              <a:t>•  Corroborated four independent, largely non-circular ways: planted sim, DNA decode, cross-level, error controls.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6E6E6E"/>
                </a:solidFill>
              </a:rPr>
              <a:t>•  View it in IGV: copy_assign --gtf (transcripts, families flagged) + reads coloured by assigned copy.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