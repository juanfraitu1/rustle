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4285A"/>
                </a:solidFill>
              </a:rPr>
              <a:t>Multi-copy gene families at the RNA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5A5A5A"/>
                </a:solidFill>
              </a:rPr>
              <a:t>What the definition is  ·  and how we corroborate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787878"/>
                </a:solidFill>
              </a:rPr>
              <a:t>gorilla HiFi / Iso-Seq  ·  annotation-free  ·  relational (no absolute-similarity bar)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285A"/>
                </a:solidFill>
              </a:rPr>
              <a:t>The problem: near-identical copies confuse the aligner</a:t>
            </a:r>
          </a:p>
        </p:txBody>
      </p:sp>
      <p:pic>
        <p:nvPicPr>
          <p:cNvPr id="3" name="Picture 2" descr="fig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613" y="1325880"/>
            <a:ext cx="9934467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1264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A5A5A"/>
                </a:solidFill>
              </a:rPr>
              <a:t>When copies are ~identical, a read fits several equally → minimap2 leaves it at MAPQ 0. The copies are 'collapsed'.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285A"/>
                </a:solidFill>
              </a:rPr>
              <a:t>The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14285A"/>
                </a:solidFill>
              </a:rPr>
              <a:t>•  A multi-copy gene family = a set of loci the READS cannot tell apart.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141414"/>
                </a:solidFill>
              </a:rPr>
              <a:t>•  Build a graph: nodes = loci; an edge = some read fits BOTH loci about equally (a 'tie').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141414"/>
                </a:solidFill>
              </a:rPr>
              <a:t>•  A family = a connected component of that read-conflict graph.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141414"/>
                </a:solidFill>
              </a:rPr>
              <a:t>•  A locus with no tie stands alone — it needs no resolution, so it is not a 'family'.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C81E1E"/>
                </a:solidFill>
              </a:rPr>
              <a:t>•  No ABSOLUTE-similarity cutoff — a relational alignment-score tie (with a small tuned tolerance), not a '≥X% identical' bar.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285A"/>
                </a:solidFill>
              </a:rPr>
              <a:t>The read-conflict graph</a:t>
            </a:r>
          </a:p>
        </p:txBody>
      </p:sp>
      <p:pic>
        <p:nvPicPr>
          <p:cNvPr id="3" name="Picture 2" descr="fig_conflict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325880"/>
            <a:ext cx="10515600" cy="46524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1264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A5A5A"/>
                </a:solidFill>
              </a:rPr>
              <a:t>Tied loci form families; single-copy genes and domain-sharers (one shared exon, no tie) are left out. (Downstream homology filters guard residual repeat-bridge over-merges at scale.)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285A"/>
                </a:solidFill>
              </a:rPr>
              <a:t>A relational criterion: the de-tie</a:t>
            </a:r>
          </a:p>
        </p:txBody>
      </p:sp>
      <p:pic>
        <p:nvPicPr>
          <p:cNvPr id="3" name="Picture 2" descr="fig_det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325880"/>
            <a:ext cx="10515599" cy="46288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1264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A5A5A"/>
                </a:solidFill>
              </a:rPr>
              <a:t>Two placements tie iff their divergences are within δ AND both fit (≤ de_max). Relational, not an absolute similarity bar — δ is a small tuned tolerance, not a similarity cutoff.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285A"/>
                </a:solidFill>
              </a:rPr>
              <a:t>What we read from the BAM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41414"/>
                </a:solidFill>
              </a:rPr>
              <a:t>•  Placements — primary + secondary alignments (the multimappings) → the candidate loci &amp; the edges.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141414"/>
                </a:solidFill>
              </a:rPr>
              <a:t>•  de tag / NM (edit distance) → the divergence that decides the tie.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141414"/>
                </a:solidFill>
              </a:rPr>
              <a:t>•  CIGAR (introns) → splice structure: assembles the copies + the read's junction fingerprint.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141414"/>
                </a:solidFill>
              </a:rPr>
              <a:t>•  MAPQ — both-zero corroborates a genuine multimapper.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6E6E6E"/>
                </a:solidFill>
              </a:rPr>
              <a:t>•  (Read bases at PSV positions are used LATER — to assign a read to a specific copy, not to define the family.)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285A"/>
                </a:solidFill>
              </a:rPr>
              <a:t>How we corroborate it — four independent axes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147814"/>
                </a:solidFill>
              </a:rPr>
              <a:t>•  Simulated PLANTED genome — non-circular ground truth (we know every answer).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1E50A0"/>
                </a:solidFill>
              </a:rPr>
              <a:t>•  DNA-supervised decode — real data; DNA supplies the column allele values (copies from the RNA catalog), held-out CV.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C86E00"/>
                </a:solidFill>
              </a:rPr>
              <a:t>•  Cross-level — does an RNA family correspond to a DNA segduplication / protein orthogroup?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961E82"/>
                </a:solidFill>
              </a:rPr>
              <a:t>•  Error controls — is a 'copy difference' real, or sequencing / alignment error?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285A"/>
                </a:solidFill>
              </a:rPr>
              <a:t>Corroboration 1 — SYNTHETIC planted ground truth</a:t>
            </a:r>
          </a:p>
        </p:txBody>
      </p:sp>
      <p:pic>
        <p:nvPicPr>
          <p:cNvPr id="3" name="Picture 2" descr="fig_s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5016" y="1325880"/>
            <a:ext cx="541661" cy="47548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1264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A5A5A"/>
                </a:solidFill>
              </a:rPr>
              <a:t>Plant the genome, label every read, run the unmodified pipeline. True-origin labels (the only place real accuracy is measured), but synthetic — tests the mechanism, not real-RNA noise. 100% where resolvable; identical floor certified Tied; 0 false merges.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285A"/>
                </a:solidFill>
              </a:rPr>
              <a:t>Corroboration 2 — DNA-supervised decode (real data)</a:t>
            </a:r>
          </a:p>
        </p:txBody>
      </p:sp>
      <p:pic>
        <p:nvPicPr>
          <p:cNvPr id="3" name="Picture 2" descr="fig_d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8053" y="1325880"/>
            <a:ext cx="8975588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1264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A5A5A"/>
                </a:solidFill>
              </a:rPr>
              <a:t>The distinguishing columns' allele VALUES come from DNA; the copy set is the RNA catalog. Held-out DNA columns confirm 97.2% — a self-consistency / enrichment check (2.2× chance), not external accuracy.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285A"/>
                </a:solidFill>
              </a:rPr>
              <a:t>Corroboration 3 — the RNA families are real duplications</a:t>
            </a:r>
          </a:p>
        </p:txBody>
      </p:sp>
      <p:pic>
        <p:nvPicPr>
          <p:cNvPr id="3" name="Picture 2" descr="fig_lev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881" y="1325880"/>
            <a:ext cx="8411931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1264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A5A5A"/>
                </a:solidFill>
              </a:rPr>
              <a:t>73% are independently confirmed DNA segduplications (SEDEF); 85% confirmed at some level. The RNA boundary is not an artifact.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285A"/>
                </a:solidFill>
              </a:rPr>
              <a:t>Corroboration 4 — 'how do you know it isn't an error?'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41414"/>
                </a:solidFill>
              </a:rPr>
              <a:t>•  Recurrence — errors are random &amp; independent; a variant seen in k reads has error-probability ε^k → ~0.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141414"/>
                </a:solidFill>
              </a:rPr>
              <a:t>•  Calibration — every call carries a p-value; the gate ABSTAINS rather than guess (no 1/k).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141414"/>
                </a:solidFill>
              </a:rPr>
              <a:t>•  Linkage — real copy-variants co-segregate into haplotypes; errors don't.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961E82"/>
                </a:solidFill>
              </a:rPr>
              <a:t>•  Alignment error — MEASURED vs DNA truth: genuine artifacts are ~1% of columns and change 0.03% of calls.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14285A"/>
                </a:solidFill>
              </a:rPr>
              <a:t>•  So we MODEL error (calibrated, abstain) — we never correct or trust a single read.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285A"/>
                </a:solidFill>
              </a:rPr>
              <a:t>Honest scope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C81E1E"/>
                </a:solidFill>
              </a:rPr>
              <a:t>•  No single EXTERNAL real-data true-origin accuracy for O2: every real-data route loops through minimap2 or the RNA catalog.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141414"/>
                </a:solidFill>
              </a:rPr>
              <a:t>•  Support is by TRIANGULATION of differently-biased partial witnesses — planted sim (synthetic), DNA-derived signatures (held-out, 2.2× chance), and a source-orthogonal SEDEF segdup map (grouping only).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141414"/>
                </a:solidFill>
              </a:rPr>
              <a:t>•  'Silver' (minimap2-primary agreement) is NOT accuracy — it is easy-regime (MAPQ&gt;0) consistency with the very aligner we improve on.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141414"/>
                </a:solidFill>
              </a:rPr>
              <a:t>•  The definition removes the ABSOLUTE-similarity bar but retains tuned constants (δ, de_max, min_reads) — named, not eliminated.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14285A"/>
                </a:solidFill>
              </a:rPr>
              <a:t>•  Outstanding: a true-origin external oracle (cluster SEDEF/BISER or gorilla Compara) + DNA parCN for copy-vs-allele.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285A"/>
                </a:solidFill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14285A"/>
                </a:solidFill>
              </a:rPr>
              <a:t>•  Definition: a family = a connected component of the read-conflict graph — RELATIONAL (no absolute-similarity bar), annotation-free.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141414"/>
                </a:solidFill>
              </a:rPr>
              <a:t>•  It picks out exactly the loci where copy assignment is needed; excludes single-copy &amp; domain-sharers (with downstream homology guards at scale).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147814"/>
                </a:solidFill>
              </a:rPr>
              <a:t>•  Theory + calibrated gate delivered; abstentions provably the identifiability floor; resolving-power shown on synthetic ground truth + DNA enrichment.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6E6E6E"/>
                </a:solidFill>
              </a:rPr>
              <a:t>•  View it in IGV: copy_assign --gtf (transcripts, families flagged) + reads coloured by assigned copy.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