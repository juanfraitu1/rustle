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4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4285A"/>
                </a:solidFill>
              </a:rPr>
              <a:t>The method, in punchlines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6E737D"/>
                </a:solidFill>
              </a:rPr>
              <a:t>Multi-copy gene families at the RNA level — one idea per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C8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2D2D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1">
                <a:solidFill>
                  <a:srgbClr val="6E737D"/>
                </a:solidFill>
              </a:rPr>
              <a:t>When gene copies are ~identical, what happens?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14285A"/>
                </a:solidFill>
              </a:rPr>
              <a:t>A read fits several copies equally, so the aligner gives up — MAPQ 0 — and the copies “collapse” into one. We define and RESOLVE these multi-copy gene families straight from the RNA reads. We are not an assembler.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9496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1">
                <a:solidFill>
                  <a:srgbClr val="6E737D"/>
                </a:solidFill>
              </a:rPr>
              <a:t>Short reads recover only 0.85% of the paralog-specific variants in these regions (Soto 2025) — long reads + a per-read model are the way 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4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285A"/>
                </a:solidFill>
              </a:rPr>
              <a:t>O1  ·  WHAT IS A MULTI-COPY GENE FAMILY?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1">
                <a:solidFill>
                  <a:srgbClr val="6E737D"/>
                </a:solidFill>
              </a:rPr>
              <a:t>What is a multi-copy gene family — for 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14285A"/>
                </a:solidFill>
              </a:rPr>
              <a:t>A set of loci the reads cannot tell apart: a connected component of the transcribed-homology graph, over ≥ 2 distinct loci.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9496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1">
                <a:solidFill>
                  <a:srgbClr val="6E737D"/>
                </a:solidFill>
              </a:rPr>
              <a:t>Copy number = χ(H): the MINIMUM number of copies that explains the ambiguity (a minimum clique cover). No “≥ X% identical” cutoff — a relational tie, annotation-free.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8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85FAF"/>
                </a:solidFill>
              </a:rPr>
              <a:t>O2  ·  COPY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1">
                <a:solidFill>
                  <a:srgbClr val="6E737D"/>
                </a:solidFill>
              </a:rPr>
              <a:t>Why not Eichler's rule — assign a copy only if the best alignment beats the runner-up by ≥ 10 — or just Liftoff?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14285A"/>
                </a:solidFill>
              </a:rPr>
              <a:t>Near-identical copies never differ by that margin, so Eichler's whole-read rule resolves 0% of the COLLAPSED paralogs. Liftoff only re-places copies the assembly already has — and collapses the near-identical ones. We score the PSV columns PER READ, and assign-or-abstain with a certificate. Never 1/k.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9496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1">
                <a:solidFill>
                  <a:srgbClr val="6E737D"/>
                </a:solidFill>
              </a:rPr>
              <a:t>AS ≥ 10: 0% at every K in the collapsed regime (it works fine on divergent copies — blind only sub-threshold). Scoring only the PSVs: 60% (K=1) → 100% (K≥2), 0.99–1.00 accuracy. Liftoff missed copies we recover.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783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83796"/>
                </a:solidFill>
              </a:rPr>
              <a:t>THE ENGINE  ·  VARIATION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1">
                <a:solidFill>
                  <a:srgbClr val="6E737D"/>
                </a:solidFill>
              </a:rPr>
              <a:t>How does the variation graph “thread” the PSVs?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14285A"/>
                </a:solidFill>
              </a:rPr>
              <a:t>All copies collapse onto ONE graph: the shared backbone is the spine, the copy differences are BUBBLES (the PSVs). A copy is a consistent PATH of alleles; a read walks the graph and VOTES at each bubble it spans → assign or abstain.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9496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1">
                <a:solidFill>
                  <a:srgbClr val="6E737D"/>
                </a:solidFill>
              </a:rPr>
              <a:t>A SUN — a copy's private allele — pins that copy from a single read. Multimapping reads become SHARED evidence, threaded, not divided 1/k.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E7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7837"/>
                </a:solidFill>
              </a:rPr>
              <a:t>RIGOR  ·  IS THE PSV REAL?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1">
                <a:solidFill>
                  <a:srgbClr val="6E737D"/>
                </a:solidFill>
              </a:rPr>
              <a:t>How do we know a PSV is a real copy-difference, not a sequencing or alignment error?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4285A"/>
                </a:solidFill>
              </a:rPr>
              <a:t>It must survive five independent gates — an error clears none of them: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7837"/>
                </a:solidFill>
              </a:rPr>
              <a:t>RECURRENCE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28803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232328"/>
                </a:solidFill>
              </a:rPr>
              <a:t>an error hits one read (prob ε); a real PSV recurs at the same column → εᵏ →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93591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7837"/>
                </a:solidFill>
              </a:rPr>
              <a:t>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3593591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232328"/>
                </a:solidFill>
              </a:rPr>
              <a:t>a per-read significance test; if it isn't significant we ABSTAIN — we don't guess (no 1/k)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06824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7837"/>
                </a:solidFill>
              </a:rPr>
              <a:t>LINKAGE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4306824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232328"/>
                </a:solidFill>
              </a:rPr>
              <a:t>real copy-variants co-segregate into ONE consistent path; independent errors don't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7837"/>
                </a:solidFill>
              </a:rPr>
              <a:t>EDITING ≠ PSV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5020056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232328"/>
                </a:solidFill>
              </a:rPr>
              <a:t>A→I editing (A→G / T→C) is flagged and down-weighted, not counted as a copy difference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733288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7837"/>
                </a:solidFill>
              </a:rPr>
              <a:t>OPTIMAL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573328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232328"/>
                </a:solidFill>
              </a:rPr>
              <a:t>a misplaced gap invents a PHANTOM PSV — our exact banded DP aligner is provably optimal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C87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780F"/>
                </a:solidFill>
              </a:rPr>
              <a:t>O4  ·  REFERENCE-ABSENT COPIES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1">
                <a:solidFill>
                  <a:srgbClr val="6E737D"/>
                </a:solidFill>
              </a:rPr>
              <a:t>How do we find copies that aren't even in the reference?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14285A"/>
                </a:solidFill>
              </a:rPr>
              <a:t>When the reads need MORE copies than the reference hosts — χ(H) at a locus exceeds its annotated copies — the ambiguity can't be explained by what's there. That surplus IS a reference-absent copy.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9496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1">
                <a:solidFill>
                  <a:srgbClr val="6E737D"/>
                </a:solidFill>
              </a:rPr>
              <a:t>The same assignment engine, turned OUTWARD: detect-and-flag. (Whether the surplus is a new copy vs an allele needs DNA.)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4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8282"/>
                </a:solidFill>
              </a:rPr>
              <a:t>O3  ·  ALLELE-SPECIFIC JUNCTIONS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1">
                <a:solidFill>
                  <a:srgbClr val="6E737D"/>
                </a:solidFill>
              </a:rPr>
              <a:t>Does the same idea reach beyond copy number?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14285A"/>
                </a:solidFill>
              </a:rPr>
              <a:t>Yes — the SAME per-molecule threading links an ALLELE to the splice JUNCTION it uses, on ONE read. Which variant a molecule carries, and which isoform it splices to, are read off the same molecule — so there is nothing to phase, and nothing to divide 1/k. That is allele-specific splicing, straight from single reads.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9496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1">
                <a:solidFill>
                  <a:srgbClr val="6E737D"/>
                </a:solidFill>
              </a:rPr>
              <a:t>A different question — cis-regulation, not copy number — from the SAME engine (a PSV bubble separates copies; an allele bubble separates haplotypes; a junction is an edge choice). Shipped: 54 strand-bias-clean links; the genome-false over-calls were checked against DNA and retracted — reported honestly.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4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285A"/>
                </a:solidFill>
              </a:rPr>
              <a:t>WHY IT HOLDS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1">
                <a:solidFill>
                  <a:srgbClr val="6E737D"/>
                </a:solidFill>
              </a:rPr>
              <a:t>Is any of this real, or wishful thinking?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14285A"/>
                </a:solidFill>
              </a:rPr>
              <a:t>Planted sim (non-circular): identical copies → 0 invented PSVs (120/120 certified tied); real PSVs recovered. Independent DNA (Soto, Cell 2025): we AGREE on his human-specific families. Same code on HUMAN testis: it tracks the real expansions — MAGEA 2→11, TSPY 5→33 — not the gorilla numbers.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9496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1">
                <a:solidFill>
                  <a:srgbClr val="6E737D"/>
                </a:solidFill>
              </a:rPr>
              <a:t>One line: a family = read-threaded paths through one PSV-bubble graph; assignment is assign-or-abstain over provable structure (χ(H) = min copies; facility location). No thresholds, no 1/k.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