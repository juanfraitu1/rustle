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A"/>
                </a:solidFill>
              </a:defRPr>
            </a:pPr>
            <a:r>
              <a:t>What is a multi-copy gene family?</a:t>
            </a:r>
          </a:p>
          <a:p>
            <a:pPr>
              <a:defRPr sz="2000">
                <a:solidFill>
                  <a:srgbClr val="127A6E"/>
                </a:solidFill>
              </a:defRPr>
            </a:pPr>
            <a:r>
              <a:t>Loci whose reads can't be told apart  (~R)   AND   whose copies share a backbone  (~B).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Shown on one real family — the RFPL4A array, 5 tandem copies.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Reads can't tell the copies apart  →  the relation ~R</a:t>
            </a:r>
          </a:p>
        </p:txBody>
      </p:sp>
      <p:pic>
        <p:nvPicPr>
          <p:cNvPr id="3" name="Picture 2" descr="fig1_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39494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5 copies, all expressed; 32 reads fit several copies equally well (orange) — each such read links two copies.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How a read aligns: the number 'de', and what a 'tie' is</a:t>
            </a:r>
          </a:p>
        </p:txBody>
      </p:sp>
      <p:pic>
        <p:nvPicPr>
          <p:cNvPr id="3" name="Picture 2" descr="fig4_al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023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minimap2 aligns the read to each copy; de = differences per base. Two copies within Δ of each other = a tie = one ~R vote.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Sum the exons of all isoforms  →  one copy model</a:t>
            </a:r>
          </a:p>
        </p:txBody>
      </p:sp>
      <p:pic>
        <p:nvPicPr>
          <p:cNvPr id="3" name="Picture 2" descr="fig2_exon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86" y="914400"/>
            <a:ext cx="1097178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A copy's many isoforms (grey) sum to one exon-union (orange) — so splicing can't masquerade as extra copies.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How we align the copies: a dot-plot  →  backbone or not (~B)</a:t>
            </a:r>
          </a:p>
        </p:txBody>
      </p:sp>
      <p:pic>
        <p:nvPicPr>
          <p:cNvPr id="3" name="Picture 2" descr="fig5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51" y="914400"/>
            <a:ext cx="1095885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Align the copy models to each other; a diagonal = a shared backbone over most of both. Bridge: no diagonal → ~B fails.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Ties → edges → graph (~R), confirmed by the backbone (~B)  =  FAMILY</a:t>
            </a:r>
          </a:p>
        </p:txBody>
      </p:sp>
      <p:pic>
        <p:nvPicPr>
          <p:cNvPr id="3" name="Picture 2" descr="fig3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658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Left: every pair ties AND shares a backbone → one 5-copy family.   Right: a bridge ties but shares no backbone → 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The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D5A"/>
                </a:solidFill>
              </a:defRPr>
            </a:pPr>
            <a:r>
              <a:t>A multi-copy gene family = a set of de-novo loci that is</a:t>
            </a:r>
          </a:p>
          <a:p>
            <a:pPr>
              <a:spcAft>
                <a:spcPts val="1000"/>
              </a:spcAft>
              <a:defRPr sz="2000" b="1">
                <a:solidFill>
                  <a:srgbClr val="127A6E"/>
                </a:solidFill>
              </a:defRPr>
            </a:pPr>
            <a:r>
              <a:t>read-coupled (~R: ≥3 reads tie each link)   AND   backbone-connected (~B: copies align reciprocally).</a:t>
            </a:r>
          </a:p>
          <a:p>
            <a:pPr>
              <a:spcAft>
                <a:spcPts val="1000"/>
              </a:spcAft>
              <a:defRPr sz="1000">
                <a:solidFill>
                  <a:srgbClr val="555555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555555"/>
                </a:solidFill>
              </a:defRPr>
            </a:pPr>
            <a:r>
              <a:t>Built only from reads:  align → loci → count ties → ~R graph → components → exon-union copies → align → ~B → family.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D5A"/>
                </a:solidFill>
              </a:defRPr>
            </a:pPr>
            <a:r>
              <a:t>Appendix — how it actually works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the alignment algorithm &amp; scoring · error vs. real difference · digesting a read into exons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How the alignment is computed (not Needleman–Wunsch)</a:t>
            </a:r>
          </a:p>
        </p:txBody>
      </p:sp>
      <p:pic>
        <p:nvPicPr>
          <p:cNvPr id="3" name="Picture 2" descr="fig6_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0466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minimap2 seed–chain–align: minimizer seeds → collinear chaining → banded affine-gap DP. Scoring = the splice:hq preset.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Error or real? — by recurrence across reads</a:t>
            </a:r>
          </a:p>
        </p:txBody>
      </p:sp>
      <p:pic>
        <p:nvPicPr>
          <p:cNvPr id="3" name="Picture 2" descr="fig7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37325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A difference in one read = error (ignored); the same difference in many reads = a real variant. Edges need a quorum (k≥3).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Digesting a read into exons (CIGAR → exons → union)</a:t>
            </a:r>
          </a:p>
        </p:txBody>
      </p:sp>
      <p:pic>
        <p:nvPicPr>
          <p:cNvPr id="3" name="Picture 2" descr="fig8_cig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320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Each read's CIGAR marks exons (M) and introns (N); junctions are trusted by recurrence + canonical GT–AG; exons are then unioned.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