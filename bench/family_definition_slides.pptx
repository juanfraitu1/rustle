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Strict precision vs recall on canonical known families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9" y="960120"/>
            <a:ext cx="917363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All eight literature-recognized multi-copy families from the gorilla catalog. Point size reflects copy number; teal points pass both thresholds.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