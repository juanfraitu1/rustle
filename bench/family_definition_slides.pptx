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Defining a multi-copy gene family at the RNA level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A read-conflict graph:  recent paralogy  ∩  read-confusability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44444"/>
                </a:solidFill>
              </a:defRPr>
            </a:pPr>
            <a:r>
              <a:t>GGO HiFi IsoSeq · de-tie criterion · TP=7 TN=10 FP=0 FN=0 · genome-wide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What is a 'gene family' — for the copy-assignment problem?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biological definition (sequence similarity / phylogeny) needs the genome or protein —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not derivable from RNA, and circular if used to DETECT families from reads.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copy-assignment problem operates on a different unit: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set of loci among which the READS are genuinely confused (multimapping).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Goal: a formal, RNA-derived definition with an honest false-positive / false-negative ledger.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Key idea: multimapping reads are shared evidence, not noise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 read that maps equally well to two loci = a genuine alternative placement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(the multimapping conflict — Canzar's conflict graph).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Two loci are in the same family  ⇔  reads cross-map between them at TIED divergence.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A family = a connected component of the read-conflict graph.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This is exactly the unit on which read-to-copy assignment must be 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 (formal)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Vertices  V  =  de-novo EXPRESSED loci (per-transcript intervals, not annotated gene spans).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Placement: each alignment RECORD → its single best-overlap locus.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⇒ two cross-locus placements come from distinct records = genuine multimapping, BY CONSTRUCTION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(a single alignment over nested genes yields one entry → no distance guard needed).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Conflict predicate (read r on loci i,j):   |de_i − de_j| ≤ Δ   AND   max(de_i,de_j) ≤ DE_max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tied at the HiFi error floor: minimap2 cannot decide which copy the read came from.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Edge: ≥ MIN_READS = 3 conflicting reads.    Family: connected component, |C| ≥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44444"/>
                </a:solidFill>
              </a:defRPr>
            </a:pPr>
            <a:r>
              <a:t>Δ=0.005, DE_max=0.05, MIN_READS=3 — derived, not tuned (see later slide).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Worked example — one read becomes one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Take a single HiFi molecule r that minimap2 places twice: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primary on locus A  (de = 0.0010),   secondary on locus B  (de = 0.0035).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Test the conflict predicate:  |0.0010 − 0.0035| = 0.0025 ≤ Δ=0.005,  and both ≤ DE_max.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⇒ r is TIED: the aligner cannot decide A vs B → r is a conflict read for the pair (A,B).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Repeat over all reads. 47 of them tie on (A,B) ≥ MIN_READS=3 → draw edge A—B.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A and B land in one connected component ⇒ {A,B} is a family   (this IS RABL2A~RABL2B).</a:t>
            </a:r>
          </a:p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Contrast: a read with de_A=0.001, de_B=0.018 → |diff|=0.017 &gt; Δ → decidable → NO edge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(the EEF1A1 retrocopy: distinguishable, correctly never a family).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Why raw divergence (de), not the aligner's score (AS)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AS (alignment score) folds in read LENGTH →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a long retrocopy alignment scores like the real copy → AS TIES a false positive.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 (gap-compressed per-base divergence) sees the actual sequence gap.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de-tie  ⊊  AS-tie   — a shipped regression invariant.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principled choice removes exactly the false positives: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EEF1A1 retrocopy: AS ties 3,347 reads → de = 0 (|de diff| 0.016 &gt; Δ, decidable).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Examples &amp; counterexamples — 17-candidate panel (TP=7, TN=10, FP=0, FN=0)</a:t>
            </a:r>
          </a:p>
        </p:txBody>
      </p:sp>
      <p:pic>
        <p:nvPicPr>
          <p:cNvPr id="3" name="Picture 2" descr="family_definition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928" y="1051560"/>
            <a:ext cx="9717095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(A) green = de-tie families (components); red dashed = AS false-positive edges avoided.   (B) de fires on the 7 families; AS over-links the decoys (EEF1A1-retro: AS 3,347 vs de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Examples — the 7 families found (reads ARE confused)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RABL2A ~ RABL2B — recent paralog, separate chromosomes (47 de-conflict reads).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AK6 ~ LOC,  CCDC196 ~ LOC — high-identity cross-chromosome copies (24 each).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MAGEA de-novo arrays ×4 — co-located tandem copies (75–303 conflict reads).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Every edge verified read-by-read from raw GGO.bam (samtools/pysam).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All three regimes covered: recent paralog · cross-chrom copy · co-located array.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Counterexamples — three ways it correctly says 'NOT a family'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THE CRUX — APOBEC3:  a CONFIRMED Ensembl-Compara recent paralog  →  STILL 0 conflict.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recent paralogy is NOT sufficient: APOBEC3's copies are read-resolvable, so they are excluded.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⇒ the definition is  recent-paralogy  ∩  read-confusability  — a strict subset, not a sequence test.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Domain-sharers  (CREB1~METTL21A, 192 shared reads)  →  0 conflict.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single-valued best-overlap selects the SAME physical record for both → 0 edges (by construction).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Retrocopies  (EEF1A1, AS ties 3,347)  →  0 conflict.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reads decidable: |de diff| 0.016 &gt; Δ → no tie.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Three structural robustnesses — by construction, not by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Domain-sharers: single-valued best-overlap → 0 cross-locus edges (verified 0/192, 0/429).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Over-split fragments: co-positioned isoforms share no conflicting read.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 sequence-SIMILARITY definition made 42% false families here; the conflict definition needs no guard.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Retrocopies / decidable paralogs: decisive reads don't tie → excluded.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None of these depend on Δ — they hold for any threshold, GIVEN tight per-locus vertices.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one precondition: vertices must be per-transcript loci (the production unit).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coarse gene-span vertices reintroduce over-merge — and that bridge is exactly what collapses 59→20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when we move to de-novo loci (next slide). So the only knob is vertex resolution, and it is pinned.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thresholds are DERIVED, not tuned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Δ = 0.005 = the single-read divergence-discrimination RESOLUTION at HiFi error.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per-read de has SE √(ε/L) ≈ 0.0009; the TIE statistic |de_i − de_j| has SE √(2ε/L) ≈ 0.0013.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⇒ two copies differing &lt; ~4σ ≈ 0.005 are indistinguishable by one read — a measurement constant.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panel Δ-sweep plateau (correct down to 0.005, first error at 0.007) CONFIRMS it empirically.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DE_max = 0.05: loose copy-vs-distinct-gene ceiling.   MIN_READS = 3: minimum-evidence quorum.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Independent Ensembl Compara: RABL2 (Homininae), MAGEA (Catarrhini) confirmed recent paralogs;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APOBEC3 confirms the strict-subset (recent paralog, yet correctly excluded).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Genome-wide — stable, sensible, NOT overfit to the panel</a:t>
            </a:r>
          </a:p>
        </p:txBody>
      </p:sp>
      <p:pic>
        <p:nvPicPr>
          <p:cNvPr id="3" name="Picture 2" descr="family_def_genomewide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" y="1051560"/>
            <a:ext cx="11247120" cy="33393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34k independent gene vertices → 416 families, 57% size-2, 86% co-located; Δ flat to ±7%; production de-novo loci collapse the coarse over-merge bridges 59→20 (worst mega-bridges vanish).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Honest limits (disclosed up front)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FN=0 holds for ≤6-copy families: minimap2's default secondary cap (N=5) fragments LARGER arrays.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MEASURED fix: uncapped re-align (−N 50 −p 0.1) heals a ≥12-copy chr23 array (core 5→11) at 0 FP.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panel Δ-plateau was empirically confirmed against 3 resolvable decoys (could be tightened genome-wide).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DE_max set conservatively, not swept for its own plateau.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Genome-wide families are dominated by uncharacterized LOC arrays (no orthology DB) → co-location is the proxy.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~20 residual cross-chrom families at production resolution = genuine dispersed retrocopies (correct positives).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RABL2's recovery is quorum-carried (recent-paralog regime: MIN_READS, not a per-read tie).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Summary — an airtight, RNA-derived family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Family = connected component of the read-conflict graph  =  recent-paralogy ∩ read-confusability.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No tuned similarity threshold — the boundary is the HiFi error-model resolution.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Three structural robustnesses BY CONSTRUCTION (domain-sharer · over-split · retrocopy).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TP=7  TN=10  FP=0  FN=0  on the panel; genome-wide stable and de-novo-clean.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It is the exact unit the read-to-copy assignment problem operates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