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What is a multi-copy gene family?</a:t>
            </a:r>
          </a:p>
        </p:txBody>
      </p:sp>
      <p:pic>
        <p:nvPicPr>
          <p:cNvPr id="3" name="Picture 2" descr="famdef_1_defin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2797" y="960120"/>
            <a:ext cx="8923358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A family is ≥2 distinct genomic loci carrying homologous, expressed copies of one gene. Copies are different loci (often on different chromosomes); isoforms are different transcripts from the same locus.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Birdseye view: a real family as a clique</a:t>
            </a:r>
          </a:p>
        </p:txBody>
      </p:sp>
      <p:pic>
        <p:nvPicPr>
          <p:cNvPr id="3" name="Picture 2" descr="famdef_2_birdsey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280" y="960120"/>
            <a:ext cx="10540391" cy="5029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Family 69 (RABL2) has five copies on five gorilla chromosomes. The homology graph is a perfect clique: every locus is linked to every other locus, so the group is one cohesive family.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01168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F2D5A"/>
                </a:solidFill>
              </a:defRPr>
            </a:pPr>
            <a:r>
              <a:t>Zoom: one copy, multiple isoforms</a:t>
            </a:r>
          </a:p>
        </p:txBody>
      </p:sp>
      <p:pic>
        <p:nvPicPr>
          <p:cNvPr id="3" name="Picture 2" descr="famdef_3_isofo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6" y="960120"/>
            <a:ext cx="11338560" cy="440909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7220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444444"/>
                </a:solidFill>
              </a:defRPr>
            </a:pPr>
            <a:r>
              <a:t>RABL2B at 48.82 Mb on NC_086018.1 produces two representative isoforms. They share the first exon but differ in splicing and 3' extent. Isoforms are collapsed to one locus before families are called.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