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What is a multi-copy gene family?</a:t>
            </a:r>
          </a:p>
        </p:txBody>
      </p:sp>
      <p:pic>
        <p:nvPicPr>
          <p:cNvPr id="3" name="Picture 2" descr="famdef_1_defin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797" y="960120"/>
            <a:ext cx="8923358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A family is ≥2 distinct genomic loci carrying homologous, expressed copies of one gene. Copies are different loci (often on different chromosomes); isoforms are different transcripts from the same locus.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Birdseye view: a real family as a clique</a:t>
            </a:r>
          </a:p>
        </p:txBody>
      </p:sp>
      <p:pic>
        <p:nvPicPr>
          <p:cNvPr id="3" name="Picture 2" descr="famdef_2_birdsey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280" y="960120"/>
            <a:ext cx="1054039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Family 69 (RABL2) has five copies on five gorilla chromosomes. The homology graph is a perfect clique: every locus is linked to every other locus, so the group is one cohesive family.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Zoom: two copies, each with multiple isoforms</a:t>
            </a:r>
          </a:p>
        </p:txBody>
      </p:sp>
      <p:pic>
        <p:nvPicPr>
          <p:cNvPr id="3" name="Picture 2" descr="famdef_3_isofo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385" y="960120"/>
            <a:ext cx="888418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Two RABL2 family copies (LOC101142457 on NC_073247.2 and RABL2B on NC_086018.1) each produce two isoforms as paths through their own variation graphs. A homology edge links the two loci; isoforms are collapsed to one locus before families are called.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Why recombinant reads don't merge copies</a:t>
            </a:r>
          </a:p>
        </p:txBody>
      </p:sp>
      <p:pic>
        <p:nvPicPr>
          <p:cNvPr id="3" name="Picture 2" descr="famdef_4_recomb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60120"/>
            <a:ext cx="11338560" cy="48768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Copy 1 (chromosome A) and copy 2 (chromosome B) each have E1 and E2. A spurious read that splices copy-1-E2 into copy-2-E1 forms a non-collinear, unsupported junction; it is rejected, so the two loci stay separate.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IGV-style read support for two family copies</a:t>
            </a:r>
          </a:p>
        </p:txBody>
      </p:sp>
      <p:pic>
        <p:nvPicPr>
          <p:cNvPr id="3" name="Picture 2" descr="famdef_5_ig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424" y="960120"/>
            <a:ext cx="820010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Representative RNA-seq reads from GGO.bam over LOC101142457 (NC_073247.2) and RABL2B (NC_086018.1). Exons are teal blocks, reads are horizontal bars, and grey lines are splice junctions.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Validation on canonical known gene families</a:t>
            </a:r>
          </a:p>
        </p:txBody>
      </p:sp>
      <p:pic>
        <p:nvPicPr>
          <p:cNvPr id="3" name="Picture 2" descr="famdef_6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60120"/>
            <a:ext cx="11338560" cy="42348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Eight literature-recognized multi-copy families from the gorilla catalog. Precision is near 1 for all; recall captures the expressed copies grouped into one family.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