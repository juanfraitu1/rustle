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</p:txBody>
      </p:sp>
      <p:pic>
        <p:nvPicPr>
          <p:cNvPr id="3" name="Picture 2" descr="famdef_1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797" y="960120"/>
            <a:ext cx="892335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 family is ≥2 distinct genomic loci carrying homologous, expressed copies of one gene. Copies are different loci (often on different chromosomes); isoforms are different transcripts from the same locus.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Birdseye view: a real family as a clique</a:t>
            </a:r>
          </a:p>
        </p:txBody>
      </p:sp>
      <p:pic>
        <p:nvPicPr>
          <p:cNvPr id="3" name="Picture 2" descr="famdef_2_birds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80" y="960120"/>
            <a:ext cx="1054039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Family 69 (RABL2) has five copies on five gorilla chromosomes. The homology graph is a perfect clique: every locus is linked to every other locus, so the group is one cohesive family.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Zoom: two copies, each with multiple isoforms</a:t>
            </a:r>
          </a:p>
        </p:txBody>
      </p:sp>
      <p:pic>
        <p:nvPicPr>
          <p:cNvPr id="3" name="Picture 2" descr="famdef_3_iso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385" y="960120"/>
            <a:ext cx="888418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Two RABL2 family copies (LOC101142457 on NC_073247.2 and RABL2B on NC_086018.1) each produce two isoforms as paths through their own variation graphs. A homology edge links the two loci; isoforms are collapsed to one locus before families are called.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