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IGV-style read support for two family copies</a:t>
            </a:r>
          </a:p>
        </p:txBody>
      </p:sp>
      <p:pic>
        <p:nvPicPr>
          <p:cNvPr id="3" name="Picture 2" descr="famdef_5_ig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24" y="960120"/>
            <a:ext cx="820010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Representative RNA-seq reads from GGO.bam over LOC101142457 (NC_073247.2) and RABL2B (NC_086018.1). Exons are teal blocks, reads are horizontal bars, and grey lines are splice junctions.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Strict precision vs recall on canonical known families</a:t>
            </a:r>
          </a:p>
        </p:txBody>
      </p:sp>
      <p:pic>
        <p:nvPicPr>
          <p:cNvPr id="3" name="Picture 2" descr="famdef_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9" y="960120"/>
            <a:ext cx="917363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All eight literature-recognized multi-copy families from the gorilla catalog. Point size reflects copy number; teal points pass both thresholds.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Long-read copy assignment via SUNs</a:t>
            </a:r>
          </a:p>
        </p:txBody>
      </p:sp>
      <p:pic>
        <p:nvPicPr>
          <p:cNvPr id="3" name="Picture 2" descr="famdef_7_pha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269" y="960120"/>
            <a:ext cx="908441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Each copy carries private Singly Unique Nucleotides (SUNs). A long read spanning a SUN observes a copy-specific allele and is assigned deterministically to that copy, even when the read maps equally well to several copies overall.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