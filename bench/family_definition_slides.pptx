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381" y="1051560"/>
            <a:ext cx="9032189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quasi-clique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32" y="1051560"/>
            <a:ext cx="1067588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45 (LOC101124778) has two copies on gorilla NC_073224.2. The homology graph is a γ-quasi-clique: not every pair needs an edge, but the group is cohesive enough to be one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one copy,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1051560"/>
            <a:ext cx="11338560" cy="44672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2 at 8.22 Mb produces two isoforms. They share the first exon but differ in splicing and 3' extent. Isoforms are collapsed to one locus before families are called.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