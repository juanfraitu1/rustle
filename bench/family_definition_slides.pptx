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Strict precision vs recall on canonical known families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9" y="960120"/>
            <a:ext cx="917363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All eight literature-recognized multi-copy families from the gorilla catalog. Point size reflects copy number; teal points pass both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Long-read copy assignment via SUNs</a:t>
            </a:r>
          </a:p>
        </p:txBody>
      </p:sp>
      <p:pic>
        <p:nvPicPr>
          <p:cNvPr id="3" name="Picture 2" descr="famdef_7_pha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70" y="960120"/>
            <a:ext cx="953541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Each copy carries private Singly Unique Nucleotides (SUNs). A long read spanning a SUN observes a copy-specific allele and is assigned deterministically to that copy, even when the read maps equally well to several copies overall.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Silent copies still matter for copy-number quantification</a:t>
            </a:r>
          </a:p>
        </p:txBody>
      </p:sp>
      <p:pic>
        <p:nvPicPr>
          <p:cNvPr id="3" name="Picture 2" descr="famdef_8_silent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59" cy="43400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silent paralog is invisible to the RNA family definition, but it still receives multimapping spillover reads from expressed relatives. That extra depth raises the depth_cn estimate above χ(H) and n_loci, helping recover the true genomic copy number.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