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one copy,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05" y="960120"/>
            <a:ext cx="998434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RABL2B at 48.82 Mb on NC_086018.1 produces two isoforms as paths through one variation graph. They share a backbone of seven exons and diverge in a 3' bubble; isoforms are collapsed to one locus before families are called.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