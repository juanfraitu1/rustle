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Loci whose reads can't be told apart  (~R)   AND   whose copies share a backbone  (~B).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Shown on one real family — the RFPL4A array, 5 tandem copies.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Reads can't tell the copies apart  →  the relation ~R</a:t>
            </a:r>
          </a:p>
        </p:txBody>
      </p:sp>
      <p:pic>
        <p:nvPicPr>
          <p:cNvPr id="3" name="Picture 2" descr="fig1_r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9494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5 copies, all expressed; 32 reads fit several copies equally well (orange) — each such read links two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Sum the exons of all isoforms  →  one copy model</a:t>
            </a:r>
          </a:p>
        </p:txBody>
      </p:sp>
      <p:pic>
        <p:nvPicPr>
          <p:cNvPr id="3" name="Picture 2" descr="fig2_exonu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6" y="914400"/>
            <a:ext cx="1097178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copy's many isoforms (grey) sum to one exon-union (orange) — so splicing can't masquerade as extra copies.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Ties → edges → graph (~R), confirmed by the backbone (~B)  =  FAMILY</a:t>
            </a:r>
          </a:p>
        </p:txBody>
      </p:sp>
      <p:pic>
        <p:nvPicPr>
          <p:cNvPr id="3" name="Picture 2" descr="fig3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6584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Left: every pair ties AND shares a backbone → one 5-copy family.   Right: a bridge ties but shares no backbone → cut.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D5A"/>
                </a:solidFill>
              </a:defRPr>
            </a:pPr>
            <a:r>
              <a:t>A multi-copy gene family = a set of de-novo loci that is</a:t>
            </a:r>
          </a:p>
          <a:p>
            <a:pPr>
              <a:spcAft>
                <a:spcPts val="1000"/>
              </a:spcAft>
              <a:defRPr sz="2000" b="1">
                <a:solidFill>
                  <a:srgbClr val="127A6E"/>
                </a:solidFill>
              </a:defRPr>
            </a:pPr>
            <a:r>
              <a:t>read-coupled (~R: ≥3 reads tie each link)   AND   backbone-connected (~B: copies align reciprocally).</a:t>
            </a:r>
          </a:p>
          <a:p>
            <a:pPr>
              <a:spcAft>
                <a:spcPts val="1000"/>
              </a:spcAft>
              <a:defRPr sz="1000">
                <a:solidFill>
                  <a:srgbClr val="555555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555555"/>
                </a:solidFill>
              </a:defRPr>
            </a:pPr>
            <a:r>
              <a:t>Built only from reads:  align → loci → count ties → ~R graph → components → exon-union copies → align → ~B →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