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Loci whose reads can't be told apart  (~R)   AND   whose copies share a backbone  (~B).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Shown on one real family — the RFPL4A array, 5 tandem copies.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Reads can't tell the copies apart  →  the relation ~R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5 copies, all expressed; 32 reads fit several copies equally well (orange) — each such read links two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a read aligns: the number 'de', and what a 'tie' is</a:t>
            </a:r>
          </a:p>
        </p:txBody>
      </p:sp>
      <p:pic>
        <p:nvPicPr>
          <p:cNvPr id="3" name="Picture 2" descr="fig4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23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aligns the read to each copy; de = differences per base. Two copies within Δ of each other = a tie = one ~R vote.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Sum the exons of all isoforms  →  one copy model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— so splicing can't masquerade as extra copies.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Aligning the copies: a dot-plot  →  backbone or not (~B)</a:t>
            </a:r>
          </a:p>
        </p:txBody>
      </p:sp>
      <p:pic>
        <p:nvPicPr>
          <p:cNvPr id="3" name="Picture 2" descr="fig5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51" y="914400"/>
            <a:ext cx="1095885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SECOND, separate minimap2 run aligns copy-vs-copy (not the read 'de' tag): diagonal = shared backbone (~B ✓); bridge = none (~B ✗).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Ties → edges → graph (~R), confirmed by the backbone (~B)  =  FAMILY</a:t>
            </a:r>
          </a:p>
        </p:txBody>
      </p:sp>
      <p:pic>
        <p:nvPicPr>
          <p:cNvPr id="3" name="Picture 2" descr="fig3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658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Left: every pair ties AND shares a backbone → one 5-copy family.   Right: a bridge ties but shares no backbone → 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de-novo loci that is</a:t>
            </a:r>
          </a:p>
          <a:p>
            <a:pPr>
              <a:spcAft>
                <a:spcPts val="1000"/>
              </a:spcAft>
              <a:defRPr sz="2000" b="1">
                <a:solidFill>
                  <a:srgbClr val="127A6E"/>
                </a:solidFill>
              </a:defRPr>
            </a:pPr>
            <a:r>
              <a:t>read-coupled (~R: ≥3 reads tie each link)   AND   backbone-connected (~B: copies align reciprocally).</a:t>
            </a:r>
          </a:p>
          <a:p>
            <a:pPr>
              <a:spcAft>
                <a:spcPts val="1000"/>
              </a:spcAft>
              <a:defRPr sz="10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555"/>
                </a:solidFill>
              </a:defRPr>
            </a:pPr>
            <a:r>
              <a:t>Built only from reads:  align → loci → count ties → ~R graph → components → exon-union copies → align → ~B →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Results: gene families found  (precision / recall)</a:t>
            </a:r>
          </a:p>
        </p:txBody>
      </p:sp>
      <p:pic>
        <p:nvPicPr>
          <p:cNvPr id="3" name="Picture 2" descr="fig9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711" y="914400"/>
            <a:ext cx="858553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On the 17-candidate panel with hand-checked ground truth: precision = recall = 1.00 (0 false families, 0 missed).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Appendix — how it actually works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what we align &amp; how we know what to align to · error vs. real difference · digesting a read into exons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minimap2 does the ALIGNMENT (reads → placements, de, CIGAR — we do not implement an aligner). Our method is everything downstream — choosing WHAT to align, the two relations, the graph, the definition.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do we align — and how do we know what to align to?</a:t>
            </a:r>
          </a:p>
        </p:txBody>
      </p:sp>
      <p:pic>
        <p:nvPicPr>
          <p:cNvPr id="3" name="Picture 2" descr="fig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72" y="914400"/>
            <a:ext cx="10944807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The reads pre-select: a multimapping read says which loci might be copies (~R); we align only those, copy-vs-copy (minimap2 asm20) → ~B.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Error or real? — by recurrence across reads</a:t>
            </a:r>
          </a:p>
        </p:txBody>
      </p:sp>
      <p:pic>
        <p:nvPicPr>
          <p:cNvPr id="3" name="Picture 2" descr="fig7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732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difference in one read = error (ignored); the same difference in many reads = a real variant. Edges need a quorum (k≥3).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Digesting a read into exons (CIGAR → exons → union)</a:t>
            </a:r>
          </a:p>
        </p:txBody>
      </p:sp>
      <p:pic>
        <p:nvPicPr>
          <p:cNvPr id="3" name="Picture 2" descr="fig8_ci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320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Each read's CIGAR marks exons (M) and introns (N); junctions are trusted by recurrence + canonical GT–AG; exons are then unioned.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