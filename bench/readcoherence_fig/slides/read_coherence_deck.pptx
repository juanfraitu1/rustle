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assembly builds one splice graph from all reads and picks the FEWEST paths that explain coverage (parsimony) — so real but low-abundance / overlapping isoforms get merged or dropped. Read-coherence instead emits each molecule's own spliced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chr19 locus (NC_073243.2). The four StringTie variants splice a long intron straight over the internal exons; the read-coherence isoform retains them, and 15 spanning long-read alignments are the evidence. Eyeball-verifiable in IGV.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Clustering needs a distance + threshold and can merge distinct molecules; this is a discrete equivalence on junction chains — parameter-free. Junctions are exact; only the 5'/3' ends are soft, handled by the outer-envelope + fragment-collapse so truncation never mints spurious short isoforms.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precision mechanisms, both annotation-free. The realness gate keeps a read-chain isoform only if every junction is canonical, it has no RT-switch repeat signature, and read-depth &gt;= min_cov. Degradation-aware collapse folds 5'/3'/internal fragments into their full-length parent (ISM -&gt; FSM).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Read-chain is held out of every per-bundle and global filter that could displace a flow transcript, then unioned back only as NOVEL intron chains and passed through the gate. So the output is a provable superset of the flow baseline: genome-wide gd\rcg = 0 and st\rcg = 0 (never loses a flow find or a StringTie guide).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Genome-wide (25 chromosomes). At the shipped default min_cov=3 (the precision/recall knee), read-coherence recovers +1,735 exact (FSM) annotated isoforms StringTie misses — about 3x the raw per-molecule approach. Of the gated read-chain extras: 100% canonical, 63% real, 12%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